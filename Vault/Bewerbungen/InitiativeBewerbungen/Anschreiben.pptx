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7" r:id="rId5"/>
  </p:sldIdLst>
  <p:sldSz cx="7556500" cy="10693400"/>
  <p:notesSz cx="6858000" cy="9144000"/>
  <p:embeddedFontLst>
    <p:embeddedFont>
      <p:font typeface="Gilda Display" panose="020B0604020202020204" charset="0"/>
      <p:regular r:id="rId6"/>
    </p:embeddedFont>
    <p:embeddedFont>
      <p:font typeface="Inter" panose="020B0604020202020204" charset="0"/>
      <p:regular r:id="rId7"/>
    </p:embeddedFont>
    <p:embeddedFont>
      <p:font typeface="Inter Bold" panose="020B0604020202020204" charset="0"/>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58" autoAdjust="0"/>
    <p:restoredTop sz="94622" autoAdjust="0"/>
  </p:normalViewPr>
  <p:slideViewPr>
    <p:cSldViewPr>
      <p:cViewPr>
        <p:scale>
          <a:sx n="200" d="100"/>
          <a:sy n="200" d="100"/>
        </p:scale>
        <p:origin x="36" y="-12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3" Type="http://schemas.openxmlformats.org/officeDocument/2006/relationships/customXml" Target="../customXml/item3.xml"/><Relationship Id="rId7" Type="http://schemas.openxmlformats.org/officeDocument/2006/relationships/font" Target="fonts/font2.fntdata"/><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font" Target="fonts/font1.fntdata"/><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‹Nr.›</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sp>
        <p:nvSpPr>
          <p:cNvPr id="2" name="AutoShape 2"/>
          <p:cNvSpPr/>
          <p:nvPr/>
        </p:nvSpPr>
        <p:spPr>
          <a:xfrm>
            <a:off x="-416581" y="1325122"/>
            <a:ext cx="8393162" cy="0"/>
          </a:xfrm>
          <a:prstGeom prst="line">
            <a:avLst/>
          </a:prstGeom>
          <a:ln w="9525" cap="rnd">
            <a:solidFill>
              <a:srgbClr val="4D4B44"/>
            </a:solidFill>
            <a:prstDash val="solid"/>
            <a:headEnd type="none" w="sm" len="sm"/>
            <a:tailEnd type="none" w="sm" len="sm"/>
          </a:ln>
        </p:spPr>
        <p:txBody>
          <a:bodyPr/>
          <a:lstStyle/>
          <a:p>
            <a:endParaRPr lang="de-DE"/>
          </a:p>
        </p:txBody>
      </p:sp>
      <p:sp>
        <p:nvSpPr>
          <p:cNvPr id="3" name="TextBox 3"/>
          <p:cNvSpPr txBox="1"/>
          <p:nvPr/>
        </p:nvSpPr>
        <p:spPr>
          <a:xfrm>
            <a:off x="269992" y="1507649"/>
            <a:ext cx="1527053" cy="754566"/>
          </a:xfrm>
          <a:prstGeom prst="rect">
            <a:avLst/>
          </a:prstGeom>
        </p:spPr>
        <p:txBody>
          <a:bodyPr wrap="square" lIns="0" tIns="0" rIns="0" bIns="0" rtlCol="0" anchor="t">
            <a:spAutoFit/>
          </a:bodyPr>
          <a:lstStyle/>
          <a:p>
            <a:pPr algn="l">
              <a:lnSpc>
                <a:spcPts val="1540"/>
              </a:lnSpc>
            </a:pPr>
            <a:r>
              <a:rPr lang="en-US" sz="1100" dirty="0">
                <a:solidFill>
                  <a:srgbClr val="4D4B44"/>
                </a:solidFill>
                <a:latin typeface="Inter"/>
                <a:ea typeface="Inter"/>
                <a:cs typeface="Inter"/>
                <a:sym typeface="Inter"/>
              </a:rPr>
              <a:t>Erlind Sejdiu Student</a:t>
            </a:r>
          </a:p>
          <a:p>
            <a:pPr algn="l">
              <a:lnSpc>
                <a:spcPts val="1540"/>
              </a:lnSpc>
            </a:pPr>
            <a:r>
              <a:rPr lang="en-US" sz="1100" dirty="0" err="1">
                <a:solidFill>
                  <a:srgbClr val="4D4B44"/>
                </a:solidFill>
                <a:latin typeface="Inter"/>
                <a:ea typeface="Inter"/>
                <a:cs typeface="Inter"/>
                <a:sym typeface="Inter"/>
              </a:rPr>
              <a:t>Technische</a:t>
            </a:r>
            <a:r>
              <a:rPr lang="en-US" sz="1100" dirty="0">
                <a:solidFill>
                  <a:srgbClr val="4D4B44"/>
                </a:solidFill>
                <a:latin typeface="Inter"/>
                <a:ea typeface="Inter"/>
                <a:cs typeface="Inter"/>
                <a:sym typeface="Inter"/>
              </a:rPr>
              <a:t> Informatik</a:t>
            </a:r>
          </a:p>
          <a:p>
            <a:pPr algn="l">
              <a:lnSpc>
                <a:spcPts val="1540"/>
              </a:lnSpc>
            </a:pPr>
            <a:r>
              <a:rPr lang="en-US" sz="1100" dirty="0" err="1">
                <a:solidFill>
                  <a:srgbClr val="4D4B44"/>
                </a:solidFill>
                <a:latin typeface="Inter"/>
                <a:ea typeface="Inter"/>
                <a:cs typeface="Inter"/>
                <a:sym typeface="Inter"/>
              </a:rPr>
              <a:t>Hagenschießstraße</a:t>
            </a:r>
            <a:r>
              <a:rPr lang="en-US" sz="1100" dirty="0">
                <a:solidFill>
                  <a:srgbClr val="4D4B44"/>
                </a:solidFill>
                <a:latin typeface="Inter"/>
                <a:ea typeface="Inter"/>
                <a:cs typeface="Inter"/>
                <a:sym typeface="Inter"/>
              </a:rPr>
              <a:t> 1,</a:t>
            </a:r>
          </a:p>
          <a:p>
            <a:pPr algn="l">
              <a:lnSpc>
                <a:spcPts val="1540"/>
              </a:lnSpc>
            </a:pPr>
            <a:r>
              <a:rPr lang="en-US" sz="1100" dirty="0">
                <a:solidFill>
                  <a:srgbClr val="4D4B44"/>
                </a:solidFill>
                <a:latin typeface="Inter"/>
                <a:ea typeface="Inter"/>
                <a:cs typeface="Inter"/>
                <a:sym typeface="Inter"/>
              </a:rPr>
              <a:t>75175 Pforzheim</a:t>
            </a:r>
          </a:p>
        </p:txBody>
      </p:sp>
      <p:sp>
        <p:nvSpPr>
          <p:cNvPr id="4" name="TextBox 4"/>
          <p:cNvSpPr txBox="1"/>
          <p:nvPr/>
        </p:nvSpPr>
        <p:spPr>
          <a:xfrm>
            <a:off x="2202953" y="1616645"/>
            <a:ext cx="4929713" cy="6808402"/>
          </a:xfrm>
          <a:prstGeom prst="rect">
            <a:avLst/>
          </a:prstGeom>
        </p:spPr>
        <p:txBody>
          <a:bodyPr lIns="0" tIns="0" rIns="0" bIns="0" rtlCol="0" anchor="t">
            <a:spAutoFit/>
          </a:bodyPr>
          <a:lstStyle/>
          <a:p>
            <a:pPr>
              <a:lnSpc>
                <a:spcPts val="1435"/>
              </a:lnSpc>
            </a:pPr>
            <a:r>
              <a:rPr lang="de-DE" sz="1025" b="1" dirty="0">
                <a:solidFill>
                  <a:srgbClr val="4D4B44"/>
                </a:solidFill>
                <a:latin typeface="Inter Bold"/>
                <a:ea typeface="Inter Bold"/>
                <a:cs typeface="Inter Bold"/>
                <a:sym typeface="Inter Bold"/>
              </a:rPr>
              <a:t>Sehr geehrte Damen und Herren,</a:t>
            </a:r>
          </a:p>
          <a:p>
            <a:pPr>
              <a:lnSpc>
                <a:spcPts val="1435"/>
              </a:lnSpc>
            </a:pPr>
            <a:endParaRPr lang="de-DE" sz="1025" b="1" dirty="0">
              <a:solidFill>
                <a:srgbClr val="4D4B44"/>
              </a:solidFill>
              <a:latin typeface="Inter Bold"/>
              <a:ea typeface="Inter Bold"/>
              <a:cs typeface="Inter Bold"/>
              <a:sym typeface="Inter Bold"/>
            </a:endParaRPr>
          </a:p>
          <a:p>
            <a:pPr>
              <a:lnSpc>
                <a:spcPts val="1435"/>
              </a:lnSpc>
            </a:pPr>
            <a:r>
              <a:rPr lang="de-DE" sz="1025" b="1" dirty="0">
                <a:solidFill>
                  <a:srgbClr val="4D4B44"/>
                </a:solidFill>
                <a:latin typeface="Inter Bold"/>
                <a:ea typeface="Inter Bold"/>
                <a:cs typeface="Inter Bold"/>
                <a:sym typeface="Inter Bold"/>
              </a:rPr>
              <a:t>derzeit studiere ich technische Informatik an der Hochschule Pforzheim und befinde mich im sechsten Bachelorsemester. Im kommenden Wintersemester plane ich meine Bachelorarbeit zu schreiben, die ich gerne bei der </a:t>
            </a:r>
            <a:r>
              <a:rPr lang="de-DE" sz="1025" b="1">
                <a:solidFill>
                  <a:srgbClr val="4D4B44"/>
                </a:solidFill>
                <a:latin typeface="Inter Bold"/>
                <a:ea typeface="Inter Bold"/>
                <a:cs typeface="Inter Bold"/>
                <a:sym typeface="Inter Bold"/>
              </a:rPr>
              <a:t>ProSeS </a:t>
            </a:r>
            <a:r>
              <a:rPr lang="de-DE" sz="1025" b="1" dirty="0">
                <a:solidFill>
                  <a:srgbClr val="4D4B44"/>
                </a:solidFill>
                <a:latin typeface="Inter Bold"/>
                <a:ea typeface="Inter Bold"/>
                <a:cs typeface="Inter Bold"/>
                <a:sym typeface="Inter Bold"/>
              </a:rPr>
              <a:t>verfassen würde. </a:t>
            </a:r>
          </a:p>
          <a:p>
            <a:pPr>
              <a:lnSpc>
                <a:spcPts val="1435"/>
              </a:lnSpc>
            </a:pPr>
            <a:endParaRPr lang="de-DE" sz="1025" b="1" dirty="0">
              <a:solidFill>
                <a:srgbClr val="4D4B44"/>
              </a:solidFill>
              <a:latin typeface="Inter Bold"/>
              <a:ea typeface="Inter Bold"/>
              <a:cs typeface="Inter Bold"/>
              <a:sym typeface="Inter Bold"/>
            </a:endParaRPr>
          </a:p>
          <a:p>
            <a:pPr>
              <a:lnSpc>
                <a:spcPts val="1435"/>
              </a:lnSpc>
            </a:pPr>
            <a:r>
              <a:rPr lang="de-DE" sz="1025" b="1" dirty="0">
                <a:solidFill>
                  <a:srgbClr val="4D4B44"/>
                </a:solidFill>
                <a:latin typeface="Inter Bold"/>
                <a:ea typeface="Inter Bold"/>
                <a:cs typeface="Inter Bold"/>
                <a:sym typeface="Inter Bold"/>
              </a:rPr>
              <a:t>Mein Studium legt den Schwerpunkt auf die Bereiche Embedded Softwareentwicklung und Software Engineering. In diesen Bereichen habe ich im Laufe meiner studentischen Karriere an verschiedenen C und C++ Softwareprojekten mitgearbeitet, z.B. Aktienanalyse-Tool oder </a:t>
            </a:r>
            <a:r>
              <a:rPr lang="de-DE" sz="1025" b="1" dirty="0" err="1">
                <a:solidFill>
                  <a:srgbClr val="4D4B44"/>
                </a:solidFill>
                <a:latin typeface="Inter Bold"/>
                <a:ea typeface="Inter Bold"/>
                <a:cs typeface="Inter Bold"/>
                <a:sym typeface="Inter Bold"/>
              </a:rPr>
              <a:t>Vectrex</a:t>
            </a:r>
            <a:r>
              <a:rPr lang="de-DE" sz="1025" b="1" dirty="0">
                <a:solidFill>
                  <a:srgbClr val="4D4B44"/>
                </a:solidFill>
                <a:latin typeface="Inter Bold"/>
                <a:ea typeface="Inter Bold"/>
                <a:cs typeface="Inter Bold"/>
                <a:sym typeface="Inter Bold"/>
              </a:rPr>
              <a:t>-Applikation. Hervorzuheben ist mein Praxissemester bei einem Automotive-Unternehmen, in dem ich an einem Projekt zu Software-</a:t>
            </a:r>
            <a:r>
              <a:rPr lang="de-DE" sz="1025" b="1" dirty="0" err="1">
                <a:solidFill>
                  <a:srgbClr val="4D4B44"/>
                </a:solidFill>
                <a:latin typeface="Inter Bold"/>
                <a:ea typeface="Inter Bold"/>
                <a:cs typeface="Inter Bold"/>
                <a:sym typeface="Inter Bold"/>
              </a:rPr>
              <a:t>defined</a:t>
            </a:r>
            <a:r>
              <a:rPr lang="de-DE" sz="1025" b="1" dirty="0">
                <a:solidFill>
                  <a:srgbClr val="4D4B44"/>
                </a:solidFill>
                <a:latin typeface="Inter Bold"/>
                <a:ea typeface="Inter Bold"/>
                <a:cs typeface="Inter Bold"/>
                <a:sym typeface="Inter Bold"/>
              </a:rPr>
              <a:t> Networking mitgearbeitet habe und dabei in einem größerem Embedded-C-Projekt eingebunden war. Währenddessen konnte ich praktische Erfahrung in der C-Programmierung sammeln und meine Fähigkeiten in der Projektplanung ausbauen.</a:t>
            </a:r>
          </a:p>
          <a:p>
            <a:pPr>
              <a:lnSpc>
                <a:spcPts val="1435"/>
              </a:lnSpc>
            </a:pPr>
            <a:endParaRPr lang="de-DE" sz="1025" b="1" dirty="0">
              <a:solidFill>
                <a:srgbClr val="4D4B44"/>
              </a:solidFill>
              <a:latin typeface="Inter Bold"/>
              <a:ea typeface="Inter Bold"/>
              <a:cs typeface="Inter Bold"/>
              <a:sym typeface="Inter Bold"/>
            </a:endParaRPr>
          </a:p>
          <a:p>
            <a:pPr>
              <a:lnSpc>
                <a:spcPts val="1435"/>
              </a:lnSpc>
            </a:pPr>
            <a:r>
              <a:rPr lang="de-DE" sz="1025" b="1" dirty="0">
                <a:solidFill>
                  <a:srgbClr val="4D4B44"/>
                </a:solidFill>
                <a:latin typeface="Inter Bold"/>
                <a:ea typeface="Inter Bold"/>
                <a:cs typeface="Inter Bold"/>
                <a:sym typeface="Inter Bold"/>
              </a:rPr>
              <a:t>Aktuell arbeite ich an einer Projektarbeit zu dem Thema Software </a:t>
            </a:r>
            <a:r>
              <a:rPr lang="de-DE" sz="1025" b="1" dirty="0" err="1">
                <a:solidFill>
                  <a:srgbClr val="4D4B44"/>
                </a:solidFill>
                <a:latin typeface="Inter Bold"/>
                <a:ea typeface="Inter Bold"/>
                <a:cs typeface="Inter Bold"/>
                <a:sym typeface="Inter Bold"/>
              </a:rPr>
              <a:t>Defined</a:t>
            </a:r>
            <a:r>
              <a:rPr lang="de-DE" sz="1025" b="1" dirty="0">
                <a:solidFill>
                  <a:srgbClr val="4D4B44"/>
                </a:solidFill>
                <a:latin typeface="Inter Bold"/>
                <a:ea typeface="Inter Bold"/>
                <a:cs typeface="Inter Bold"/>
                <a:sym typeface="Inter Bold"/>
              </a:rPr>
              <a:t> Vehicle (SDV). Ziel ist es, ein komplexes C-Softwareprojekt sauber aufzusetzen und neue Schnittstellen einzuführen, um so die Komplexität zu reduzieren. Dadurch soll eine modulare und besser wartbare Architektur entstehen, sodass auf diese Projektarbeiten neue Projekte aufgesetzt werden können.</a:t>
            </a:r>
          </a:p>
          <a:p>
            <a:pPr>
              <a:lnSpc>
                <a:spcPts val="1435"/>
              </a:lnSpc>
            </a:pPr>
            <a:endParaRPr lang="de-DE" sz="1025" b="1" dirty="0">
              <a:solidFill>
                <a:srgbClr val="4D4B44"/>
              </a:solidFill>
              <a:latin typeface="Inter Bold"/>
              <a:ea typeface="Inter Bold"/>
              <a:cs typeface="Inter Bold"/>
              <a:sym typeface="Inter Bold"/>
            </a:endParaRPr>
          </a:p>
          <a:p>
            <a:pPr>
              <a:lnSpc>
                <a:spcPts val="1435"/>
              </a:lnSpc>
            </a:pPr>
            <a:r>
              <a:rPr lang="de-DE" sz="1025" b="1" dirty="0">
                <a:solidFill>
                  <a:srgbClr val="4D4B44"/>
                </a:solidFill>
                <a:latin typeface="Inter Bold"/>
                <a:ea typeface="Inter Bold"/>
                <a:cs typeface="Inter Bold"/>
                <a:sym typeface="Inter Bold"/>
              </a:rPr>
              <a:t>Währenddessen arbeite ich als wissenschaftliche Hilfskraft im Software Engineering 2  Labor, wo ich bei der Durchführung der Veranstaltungen helfe. Dabei beschäftige ich mich unter anderem mit dem systematischen Testen von Software und bringe mein Wissen aktiv ein.</a:t>
            </a:r>
            <a:br>
              <a:rPr lang="de-DE" sz="1025" b="1" dirty="0">
                <a:solidFill>
                  <a:srgbClr val="4D4B44"/>
                </a:solidFill>
                <a:latin typeface="Inter Bold"/>
                <a:ea typeface="Inter Bold"/>
                <a:cs typeface="Inter Bold"/>
                <a:sym typeface="Inter Bold"/>
              </a:rPr>
            </a:br>
            <a:endParaRPr lang="de-DE" sz="1025" b="1" dirty="0">
              <a:solidFill>
                <a:srgbClr val="4D4B44"/>
              </a:solidFill>
              <a:latin typeface="Inter Bold"/>
              <a:ea typeface="Inter Bold"/>
              <a:cs typeface="Inter Bold"/>
              <a:sym typeface="Inter Bold"/>
            </a:endParaRPr>
          </a:p>
          <a:p>
            <a:pPr>
              <a:lnSpc>
                <a:spcPts val="1435"/>
              </a:lnSpc>
            </a:pPr>
            <a:r>
              <a:rPr lang="de-DE" sz="1025" b="1" dirty="0">
                <a:solidFill>
                  <a:srgbClr val="4D4B44"/>
                </a:solidFill>
                <a:latin typeface="Inter Bold"/>
                <a:ea typeface="Inter Bold"/>
                <a:cs typeface="Inter Bold"/>
                <a:sym typeface="Inter Bold"/>
              </a:rPr>
              <a:t>Ich bin zuversichtlich, dass meine technischen Fähigkeiten und meine Erfahrung mich zu einem idealen Kandidaten für eine Abschlussarbeit darstellen. Ich freue mich auf die Gelegenheit, Sie in einem persönlichen Gespräch von meiner Motivation und meinen Fähigkeiten zu überzeugen.</a:t>
            </a:r>
          </a:p>
          <a:p>
            <a:pPr>
              <a:lnSpc>
                <a:spcPts val="1435"/>
              </a:lnSpc>
            </a:pPr>
            <a:endParaRPr lang="de-DE" sz="1025" b="1" dirty="0">
              <a:solidFill>
                <a:srgbClr val="4D4B44"/>
              </a:solidFill>
              <a:latin typeface="Inter Bold"/>
              <a:ea typeface="Inter Bold"/>
              <a:cs typeface="Inter Bold"/>
              <a:sym typeface="Inter Bold"/>
            </a:endParaRPr>
          </a:p>
          <a:p>
            <a:pPr>
              <a:lnSpc>
                <a:spcPts val="1435"/>
              </a:lnSpc>
            </a:pPr>
            <a:r>
              <a:rPr lang="de-DE" sz="1025" b="1" dirty="0">
                <a:solidFill>
                  <a:srgbClr val="4D4B44"/>
                </a:solidFill>
                <a:latin typeface="Inter Bold"/>
                <a:ea typeface="Inter Bold"/>
                <a:cs typeface="Inter Bold"/>
                <a:sym typeface="Inter Bold"/>
              </a:rPr>
              <a:t>Mit freundlichen Grüßen,</a:t>
            </a:r>
          </a:p>
          <a:p>
            <a:pPr>
              <a:lnSpc>
                <a:spcPts val="1435"/>
              </a:lnSpc>
            </a:pPr>
            <a:endParaRPr lang="de-DE" sz="1025" b="1" dirty="0">
              <a:solidFill>
                <a:srgbClr val="4D4B44"/>
              </a:solidFill>
              <a:latin typeface="Inter Bold"/>
              <a:ea typeface="Inter Bold"/>
              <a:cs typeface="Inter Bold"/>
              <a:sym typeface="Inter Bold"/>
            </a:endParaRPr>
          </a:p>
          <a:p>
            <a:pPr>
              <a:lnSpc>
                <a:spcPts val="1435"/>
              </a:lnSpc>
            </a:pPr>
            <a:r>
              <a:rPr lang="de-DE" sz="1025" b="1" dirty="0">
                <a:solidFill>
                  <a:srgbClr val="4D4B44"/>
                </a:solidFill>
                <a:latin typeface="Inter Bold"/>
                <a:ea typeface="Inter Bold"/>
                <a:cs typeface="Inter Bold"/>
                <a:sym typeface="Inter Bold"/>
              </a:rPr>
              <a:t>Erlind Sejdiu</a:t>
            </a:r>
            <a:endParaRPr lang="en-US" sz="1025" b="1" dirty="0">
              <a:solidFill>
                <a:srgbClr val="4D4B44"/>
              </a:solidFill>
              <a:latin typeface="Inter Bold"/>
              <a:ea typeface="Inter Bold"/>
              <a:cs typeface="Inter Bold"/>
              <a:sym typeface="Inter Bold"/>
            </a:endParaRPr>
          </a:p>
        </p:txBody>
      </p:sp>
      <p:sp>
        <p:nvSpPr>
          <p:cNvPr id="5" name="AutoShape 5"/>
          <p:cNvSpPr/>
          <p:nvPr/>
        </p:nvSpPr>
        <p:spPr>
          <a:xfrm>
            <a:off x="-303970" y="9626501"/>
            <a:ext cx="8167941" cy="0"/>
          </a:xfrm>
          <a:prstGeom prst="line">
            <a:avLst/>
          </a:prstGeom>
          <a:ln w="9525" cap="rnd">
            <a:solidFill>
              <a:srgbClr val="4D4B44"/>
            </a:solidFill>
            <a:prstDash val="solid"/>
            <a:headEnd type="none" w="sm" len="sm"/>
            <a:tailEnd type="none" w="sm" len="sm"/>
          </a:ln>
        </p:spPr>
        <p:txBody>
          <a:bodyPr/>
          <a:lstStyle/>
          <a:p>
            <a:endParaRPr lang="de-DE"/>
          </a:p>
        </p:txBody>
      </p:sp>
      <p:sp>
        <p:nvSpPr>
          <p:cNvPr id="7" name="AutoShape 7"/>
          <p:cNvSpPr/>
          <p:nvPr/>
        </p:nvSpPr>
        <p:spPr>
          <a:xfrm>
            <a:off x="1955119" y="1329885"/>
            <a:ext cx="0" cy="9438891"/>
          </a:xfrm>
          <a:prstGeom prst="line">
            <a:avLst/>
          </a:prstGeom>
          <a:ln w="9525" cap="rnd">
            <a:solidFill>
              <a:srgbClr val="4D4B44"/>
            </a:solidFill>
            <a:prstDash val="solid"/>
            <a:headEnd type="none" w="sm" len="sm"/>
            <a:tailEnd type="none" w="sm" len="sm"/>
          </a:ln>
        </p:spPr>
        <p:txBody>
          <a:bodyPr/>
          <a:lstStyle/>
          <a:p>
            <a:endParaRPr lang="de-DE"/>
          </a:p>
        </p:txBody>
      </p:sp>
      <p:sp>
        <p:nvSpPr>
          <p:cNvPr id="8" name="TextBox 8"/>
          <p:cNvSpPr txBox="1"/>
          <p:nvPr/>
        </p:nvSpPr>
        <p:spPr>
          <a:xfrm>
            <a:off x="408715" y="365878"/>
            <a:ext cx="4182996" cy="651891"/>
          </a:xfrm>
          <a:prstGeom prst="rect">
            <a:avLst/>
          </a:prstGeom>
        </p:spPr>
        <p:txBody>
          <a:bodyPr lIns="0" tIns="0" rIns="0" bIns="0" rtlCol="0" anchor="t">
            <a:spAutoFit/>
          </a:bodyPr>
          <a:lstStyle/>
          <a:p>
            <a:pPr algn="l">
              <a:lnSpc>
                <a:spcPts val="5082"/>
              </a:lnSpc>
            </a:pPr>
            <a:r>
              <a:rPr lang="en-US" sz="4200">
                <a:solidFill>
                  <a:srgbClr val="4D4B44"/>
                </a:solidFill>
                <a:latin typeface="Gilda Display"/>
                <a:ea typeface="Gilda Display"/>
                <a:cs typeface="Gilda Display"/>
                <a:sym typeface="Gilda Display"/>
              </a:rPr>
              <a:t>Erlind Sejdiu</a:t>
            </a:r>
          </a:p>
        </p:txBody>
      </p:sp>
      <p:sp>
        <p:nvSpPr>
          <p:cNvPr id="10" name="Textfeld 9">
            <a:extLst>
              <a:ext uri="{FF2B5EF4-FFF2-40B4-BE49-F238E27FC236}">
                <a16:creationId xmlns:a16="http://schemas.microsoft.com/office/drawing/2014/main" id="{ED99F708-C1B3-F185-E9E2-5D44949C2CE5}"/>
              </a:ext>
            </a:extLst>
          </p:cNvPr>
          <p:cNvSpPr txBox="1"/>
          <p:nvPr/>
        </p:nvSpPr>
        <p:spPr>
          <a:xfrm>
            <a:off x="1950356" y="9769111"/>
            <a:ext cx="4418689" cy="465192"/>
          </a:xfrm>
          <a:prstGeom prst="rect">
            <a:avLst/>
          </a:prstGeom>
          <a:noFill/>
        </p:spPr>
        <p:txBody>
          <a:bodyPr wrap="square">
            <a:spAutoFit/>
          </a:bodyPr>
          <a:lstStyle/>
          <a:p>
            <a:pPr>
              <a:lnSpc>
                <a:spcPts val="1540"/>
              </a:lnSpc>
            </a:pPr>
            <a:r>
              <a:rPr lang="en-US" sz="1200" dirty="0" err="1">
                <a:solidFill>
                  <a:srgbClr val="4D4B44"/>
                </a:solidFill>
                <a:latin typeface="Inter"/>
                <a:ea typeface="Inter"/>
                <a:cs typeface="Inter"/>
                <a:sym typeface="Inter"/>
              </a:rPr>
              <a:t>Hagenschießstraße</a:t>
            </a:r>
            <a:r>
              <a:rPr lang="en-US" sz="1200" dirty="0">
                <a:solidFill>
                  <a:srgbClr val="4D4B44"/>
                </a:solidFill>
                <a:latin typeface="Inter"/>
                <a:ea typeface="Inter"/>
                <a:cs typeface="Inter"/>
                <a:sym typeface="Inter"/>
              </a:rPr>
              <a:t> 1, 75175 Pforzheim, 01573 5474746 </a:t>
            </a:r>
            <a:r>
              <a:rPr lang="de-DE" sz="1200" noProof="0" dirty="0">
                <a:solidFill>
                  <a:srgbClr val="4D4B44"/>
                </a:solidFill>
                <a:latin typeface="Inter"/>
                <a:ea typeface="Inter"/>
                <a:cs typeface="Inter"/>
                <a:sym typeface="Inter"/>
              </a:rPr>
              <a:t>erlindamprogrammieren@gmail.com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30D750D30FF6E14F816D8265572E1CA4" ma:contentTypeVersion="6" ma:contentTypeDescription="Ein neues Dokument erstellen." ma:contentTypeScope="" ma:versionID="0dacab73f6fa3ac467f9db3a4ece0f34">
  <xsd:schema xmlns:xsd="http://www.w3.org/2001/XMLSchema" xmlns:xs="http://www.w3.org/2001/XMLSchema" xmlns:p="http://schemas.microsoft.com/office/2006/metadata/properties" xmlns:ns3="e8ba53ba-661c-4527-a9e6-bd0df8ca1067" targetNamespace="http://schemas.microsoft.com/office/2006/metadata/properties" ma:root="true" ma:fieldsID="2c24c808b3dca70a34cc07e45e23972a" ns3:_="">
    <xsd:import namespace="e8ba53ba-661c-4527-a9e6-bd0df8ca1067"/>
    <xsd:element name="properties">
      <xsd:complexType>
        <xsd:sequence>
          <xsd:element name="documentManagement">
            <xsd:complexType>
              <xsd:all>
                <xsd:element ref="ns3:MediaServiceMetadata" minOccurs="0"/>
                <xsd:element ref="ns3:MediaServiceFastMetadata" minOccurs="0"/>
                <xsd:element ref="ns3:_activity" minOccurs="0"/>
                <xsd:element ref="ns3:MediaServiceObjectDetectorVersions"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ba53ba-661c-4527-a9e6-bd0df8ca106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e8ba53ba-661c-4527-a9e6-bd0df8ca1067" xsi:nil="true"/>
  </documentManagement>
</p:properties>
</file>

<file path=customXml/itemProps1.xml><?xml version="1.0" encoding="utf-8"?>
<ds:datastoreItem xmlns:ds="http://schemas.openxmlformats.org/officeDocument/2006/customXml" ds:itemID="{905CE7CE-46CC-43E8-B48A-010F831CCA3B}">
  <ds:schemaRefs>
    <ds:schemaRef ds:uri="http://schemas.microsoft.com/sharepoint/v3/contenttype/forms"/>
  </ds:schemaRefs>
</ds:datastoreItem>
</file>

<file path=customXml/itemProps2.xml><?xml version="1.0" encoding="utf-8"?>
<ds:datastoreItem xmlns:ds="http://schemas.openxmlformats.org/officeDocument/2006/customXml" ds:itemID="{F246B539-14D8-43C2-AA87-D889D1FA7D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ba53ba-661c-4527-a9e6-bd0df8ca106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A3FC9C4-3DD3-4C2F-9C12-1B1A69A986EF}">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e8ba53ba-661c-4527-a9e6-bd0df8ca1067"/>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0</TotalTime>
  <Words>297</Words>
  <Application>Microsoft Office PowerPoint</Application>
  <PresentationFormat>Benutzerdefiniert</PresentationFormat>
  <Paragraphs>20</Paragraphs>
  <Slides>1</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vt:i4>
      </vt:variant>
    </vt:vector>
  </HeadingPairs>
  <TitlesOfParts>
    <vt:vector size="7" baseType="lpstr">
      <vt:lpstr>Inter</vt:lpstr>
      <vt:lpstr>Inter Bold</vt:lpstr>
      <vt:lpstr>Gilda Display</vt:lpstr>
      <vt:lpstr>Arial</vt:lpstr>
      <vt:lpstr>Calibri</vt:lpstr>
      <vt:lpstr>Office Theme</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Beige und Braun Monoton Digital Marketing Lebenslauf</dc:title>
  <dc:creator>Erlind Sejdiu</dc:creator>
  <cp:lastModifiedBy>Erlind Sejdiu</cp:lastModifiedBy>
  <cp:revision>64</cp:revision>
  <dcterms:created xsi:type="dcterms:W3CDTF">2006-08-16T00:00:00Z</dcterms:created>
  <dcterms:modified xsi:type="dcterms:W3CDTF">2025-06-22T21:59:33Z</dcterms:modified>
  <dc:identifier>DAGowEuJO3w</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0x01010030D750D30FF6E14F816D8265572E1CA4</vt:lpwstr>
  </property>
</Properties>
</file>